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ed93dd94dd40ca" /><Relationship Type="http://schemas.openxmlformats.org/officeDocument/2006/relationships/extended-properties" Target="/docProps/app.xml" Id="R7852fd6343994613" /><Relationship Type="http://schemas.openxmlformats.org/officeDocument/2006/relationships/officeDocument" Target="/ppt/presentation.xml" Id="R793253766b3544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c01a8cecb842f3"/>
  </p:sldMasterIdLst>
  <p:notesMasterIdLst>
    <p:notesMasterId xmlns:r="http://schemas.openxmlformats.org/officeDocument/2006/relationships" r:id="Re202e8bb3ca74506"/>
  </p:notesMasterIdLst>
  <p:sldIdLst>
    <p:sldId xmlns:r="http://schemas.openxmlformats.org/officeDocument/2006/relationships" id="256" r:id="R2d85bd5e21a040f1"/>
    <p:sldId xmlns:r="http://schemas.openxmlformats.org/officeDocument/2006/relationships" id="257" r:id="Rfdb865ea08a747ca"/>
    <p:sldId xmlns:r="http://schemas.openxmlformats.org/officeDocument/2006/relationships" id="258" r:id="R9ff5fa7161034b58"/>
    <p:sldId xmlns:r="http://schemas.openxmlformats.org/officeDocument/2006/relationships" id="259" r:id="R2fa7bdeac33d4143"/>
    <p:sldId xmlns:r="http://schemas.openxmlformats.org/officeDocument/2006/relationships" id="260" r:id="R9920fd56c98a4d88"/>
    <p:sldId xmlns:r="http://schemas.openxmlformats.org/officeDocument/2006/relationships" id="261" r:id="Rb1c16600bf44436e"/>
    <p:sldId xmlns:r="http://schemas.openxmlformats.org/officeDocument/2006/relationships" id="262" r:id="Ra200fdcd56df4a6d"/>
    <p:sldId xmlns:r="http://schemas.openxmlformats.org/officeDocument/2006/relationships" id="263" r:id="Ra7aa44fa027b4677"/>
    <p:sldId xmlns:r="http://schemas.openxmlformats.org/officeDocument/2006/relationships" id="264" r:id="R7ee4aee1e4964fef"/>
    <p:sldId xmlns:r="http://schemas.openxmlformats.org/officeDocument/2006/relationships" id="265" r:id="Rb61ee1f008dd4058"/>
    <p:sldId xmlns:r="http://schemas.openxmlformats.org/officeDocument/2006/relationships" id="266" r:id="Rbcd0cc1f1b794900"/>
    <p:sldId xmlns:r="http://schemas.openxmlformats.org/officeDocument/2006/relationships" id="267" r:id="R6f0b7e64bd8b4ccb"/>
    <p:sldId xmlns:r="http://schemas.openxmlformats.org/officeDocument/2006/relationships" id="268" r:id="R7f08022d3cb34326"/>
    <p:sldId xmlns:r="http://schemas.openxmlformats.org/officeDocument/2006/relationships" id="269" r:id="R7ec7a401db4642f6"/>
    <p:sldId xmlns:r="http://schemas.openxmlformats.org/officeDocument/2006/relationships" id="270" r:id="Rc4b26a2ed45940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8e975c10d54923" /><Relationship Type="http://schemas.openxmlformats.org/officeDocument/2006/relationships/slideMaster" Target="/ppt/slideMasters/slideMaster1.xml" Id="R4dc01a8cecb842f3" /><Relationship Type="http://schemas.openxmlformats.org/officeDocument/2006/relationships/notesMaster" Target="/ppt/notesMasters/notesMaster1.xml" Id="Re202e8bb3ca74506" /><Relationship Type="http://schemas.openxmlformats.org/officeDocument/2006/relationships/presProps" Target="/ppt/presProps.xml" Id="Recc56ba823d648af" /><Relationship Type="http://schemas.openxmlformats.org/officeDocument/2006/relationships/tableStyles" Target="/ppt/tableStyles.xml" Id="Rb963d23b9fed405e" /><Relationship Type="http://schemas.openxmlformats.org/officeDocument/2006/relationships/slide" Target="/ppt/slides/slide1.xml" Id="R2d85bd5e21a040f1" /><Relationship Type="http://schemas.openxmlformats.org/officeDocument/2006/relationships/slide" Target="/ppt/slides/slide2.xml" Id="Rfdb865ea08a747ca" /><Relationship Type="http://schemas.openxmlformats.org/officeDocument/2006/relationships/slide" Target="/ppt/slides/slide3.xml" Id="R9ff5fa7161034b58" /><Relationship Type="http://schemas.openxmlformats.org/officeDocument/2006/relationships/slide" Target="/ppt/slides/slide4.xml" Id="R2fa7bdeac33d4143" /><Relationship Type="http://schemas.openxmlformats.org/officeDocument/2006/relationships/slide" Target="/ppt/slides/slide5.xml" Id="R9920fd56c98a4d88" /><Relationship Type="http://schemas.openxmlformats.org/officeDocument/2006/relationships/slide" Target="/ppt/slides/slide6.xml" Id="Rb1c16600bf44436e" /><Relationship Type="http://schemas.openxmlformats.org/officeDocument/2006/relationships/slide" Target="/ppt/slides/slide7.xml" Id="Ra200fdcd56df4a6d" /><Relationship Type="http://schemas.openxmlformats.org/officeDocument/2006/relationships/slide" Target="/ppt/slides/slide8.xml" Id="Ra7aa44fa027b4677" /><Relationship Type="http://schemas.openxmlformats.org/officeDocument/2006/relationships/slide" Target="/ppt/slides/slide9.xml" Id="R7ee4aee1e4964fef" /><Relationship Type="http://schemas.openxmlformats.org/officeDocument/2006/relationships/slide" Target="/ppt/slides/slide10.xml" Id="Rb61ee1f008dd4058" /><Relationship Type="http://schemas.openxmlformats.org/officeDocument/2006/relationships/slide" Target="/ppt/slides/slide11.xml" Id="Rbcd0cc1f1b794900" /><Relationship Type="http://schemas.openxmlformats.org/officeDocument/2006/relationships/slide" Target="/ppt/slides/slide12.xml" Id="R6f0b7e64bd8b4ccb" /><Relationship Type="http://schemas.openxmlformats.org/officeDocument/2006/relationships/slide" Target="/ppt/slides/slide13.xml" Id="R7f08022d3cb34326" /><Relationship Type="http://schemas.openxmlformats.org/officeDocument/2006/relationships/slide" Target="/ppt/slides/slide14.xml" Id="R7ec7a401db4642f6" /><Relationship Type="http://schemas.openxmlformats.org/officeDocument/2006/relationships/slide" Target="/ppt/slides/slide15.xml" Id="Rc4b26a2ed459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61047263045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f79f24664a4764" /><Relationship Type="http://schemas.openxmlformats.org/officeDocument/2006/relationships/notesMaster" Target="/ppt/notesMasters/notesMaster1.xml" Id="R72c215f6464341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4c843f1579400f" /><Relationship Type="http://schemas.openxmlformats.org/officeDocument/2006/relationships/notesMaster" Target="/ppt/notesMasters/notesMaster1.xml" Id="R988e0a6622914c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943829534441a3" /><Relationship Type="http://schemas.openxmlformats.org/officeDocument/2006/relationships/notesMaster" Target="/ppt/notesMasters/notesMaster1.xml" Id="R25e5c3a75c614b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d3ddbe030d4a7e" /><Relationship Type="http://schemas.openxmlformats.org/officeDocument/2006/relationships/notesMaster" Target="/ppt/notesMasters/notesMaster1.xml" Id="R851fd71dcc0c47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9ca81d06a04c84" /><Relationship Type="http://schemas.openxmlformats.org/officeDocument/2006/relationships/notesMaster" Target="/ppt/notesMasters/notesMaster1.xml" Id="R39e011d101f443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78ef3b2f1145d7" /><Relationship Type="http://schemas.openxmlformats.org/officeDocument/2006/relationships/notesMaster" Target="/ppt/notesMasters/notesMaster1.xml" Id="R44b563f7438b49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3324a2081746ad" /><Relationship Type="http://schemas.openxmlformats.org/officeDocument/2006/relationships/notesMaster" Target="/ppt/notesMasters/notesMaster1.xml" Id="Rf6b1267a76a440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11ec6cdaa24907" /><Relationship Type="http://schemas.openxmlformats.org/officeDocument/2006/relationships/notesMaster" Target="/ppt/notesMasters/notesMaster1.xml" Id="R8a46d871c5964c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6d08c598954460" /><Relationship Type="http://schemas.openxmlformats.org/officeDocument/2006/relationships/notesMaster" Target="/ppt/notesMasters/notesMaster1.xml" Id="Rb7a3baee624a49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f88fb7116646e5" /><Relationship Type="http://schemas.openxmlformats.org/officeDocument/2006/relationships/notesMaster" Target="/ppt/notesMasters/notesMaster1.xml" Id="Rb07272968baf45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e3bc7e49f043b2" /><Relationship Type="http://schemas.openxmlformats.org/officeDocument/2006/relationships/notesMaster" Target="/ppt/notesMasters/notesMaster1.xml" Id="R7657e419c2ba43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ded2aa1bff49aa" /><Relationship Type="http://schemas.openxmlformats.org/officeDocument/2006/relationships/notesMaster" Target="/ppt/notesMasters/notesMaster1.xml" Id="Rbb3e19ba65da48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6b72700d524e4a" /><Relationship Type="http://schemas.openxmlformats.org/officeDocument/2006/relationships/notesMaster" Target="/ppt/notesMasters/notesMaster1.xml" Id="R785697d2e0104f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548c8e718f49ef" /><Relationship Type="http://schemas.openxmlformats.org/officeDocument/2006/relationships/notesMaster" Target="/ppt/notesMasters/notesMaster1.xml" Id="Rc4097800a65a4b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0f03b4e27c4682" /><Relationship Type="http://schemas.openxmlformats.org/officeDocument/2006/relationships/notesMaster" Target="/ppt/notesMasters/notesMaster1.xml" Id="Reb83e243650f4c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al equipo. Exposición sugerida 10–12 minutos más demo.</a:t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Embeber según lectura conjunta y tamaño acotado. Separar inscripciones para gestionar su crecimiento. DNI identifica usuario; _id identifica inscripción.</a:t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 con find_one_and_update, filtro publicado/futuro/cupo y $inc -1. Insertar con la misma sesión. Excepción aborta ambas escrituras. Cancelación idempotente con restitución transaccional.</a:t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  <a:p xmlns:a="http://schemas.openxmlformats.org/drawingml/2006/main">
            <a:r>
              <a:t>Pydantic valida entradas; db.py gestiona conexión y sesiones. PATCH solo permite campos específicos.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  <a:p xmlns:a="http://schemas.openxmlformats.org/drawingml/2006/main">
            <a:r>
              <a:t>El compuesto evitó SORT. Duplicado rechazado con11000;200/200. Multikey medido con igualdad puntual, no setIsSubset.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152 confirmadas,52 sin actividad.100 inscripciones aportan147selecciones en35pares. I1 incluye confirmadas de eventos cancelados como demanda histórica.</a:t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  <a:p xmlns:a="http://schemas.openxmlformats.org/drawingml/2006/main">
            <a:r>
              <a:t>Solo publicados/finalizados. Se excluyen9confirmadas de un cancelado original que I1incluye. No es asistencia efectiva.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  <a:p xmlns:a="http://schemas.openxmlformats.org/drawingml/2006/main">
            <a:r>
              <a:t>Agosto234000,septiembre0,octubre555000. Las canceladas registran144000 dentro del bruto. Septiembre tiene1inscripción de importe0.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  <a:p xmlns:a="http://schemas.openxmlformats.org/drawingml/2006/main">
            <a:r>
              <a:t>Se recrearon contenedores sin-v conservando volumen; no se ensayó volumen virgen. Replica de un nodo sin redundancia.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  <a:p xmlns:a="http://schemas.openxmlformats.org/drawingml/2006/main">
            <a:r>
              <a:t>Seguir docs/Guion_Defensa.md. No recargar base para preparar la demo. Cada recorrido agrega historial.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resultados reales del proyecto, 29/10/2026. Informe técnico y evidencias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7eda2765e46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cc5e6ff1644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0d2c71c6e46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e0d9407924c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a92435b4e43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d91b1d40d40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2567DF-AA99-406D-B4B6-0B1E65075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646FBA-F48A-45D4-8D80-BB3BF0D52F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4EED64-D457-437D-B3E1-99FEE8CBB1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4C3D20-F76A-4453-A882-5D9A7911EA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078ED3-1E11-4FF0-9C8F-9C8E5CE03D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FB6852-96ED-4E6F-AB74-14AFBA56D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D3421D-2419-470E-A7BC-475CC2A428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508265-C2BD-4C40-B013-2A95409A6B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6D0236-2C0D-40C2-B0A5-59B76C071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0F59FA-939B-4869-BAC1-628CB7B2F0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da49a67c6a44db" /><Relationship Type="http://schemas.openxmlformats.org/officeDocument/2006/relationships/slideLayout" Target="/ppt/slideLayouts/slideLayout1.xml" Id="R17e5ed25e473476e" /><Relationship Type="http://schemas.openxmlformats.org/officeDocument/2006/relationships/slideLayout" Target="/ppt/slideLayouts/slideLayout2.xml" Id="R7ac9e198064b45da" /><Relationship Type="http://schemas.openxmlformats.org/officeDocument/2006/relationships/slideLayout" Target="/ppt/slideLayouts/slideLayout3.xml" Id="R653855bdeb544532" /><Relationship Type="http://schemas.openxmlformats.org/officeDocument/2006/relationships/slideLayout" Target="/ppt/slideLayouts/slideLayout4.xml" Id="R6076becf97714a58" /><Relationship Type="http://schemas.openxmlformats.org/officeDocument/2006/relationships/slideLayout" Target="/ppt/slideLayouts/slideLayout5.xml" Id="R88c957c377ca4348" /><Relationship Type="http://schemas.openxmlformats.org/officeDocument/2006/relationships/slideLayout" Target="/ppt/slideLayouts/slideLayout6.xml" Id="R2794780e109141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e5ed25e473476e"/>
    <p:sldLayoutId xmlns:r="http://schemas.openxmlformats.org/officeDocument/2006/relationships" id="2147483650" r:id="R7ac9e198064b45da"/>
    <p:sldLayoutId xmlns:r="http://schemas.openxmlformats.org/officeDocument/2006/relationships" id="2147483651" r:id="R653855bdeb544532"/>
    <p:sldLayoutId xmlns:r="http://schemas.openxmlformats.org/officeDocument/2006/relationships" id="2147483652" r:id="R6076becf97714a58"/>
    <p:sldLayoutId xmlns:r="http://schemas.openxmlformats.org/officeDocument/2006/relationships" id="2147483653" r:id="R88c957c377ca4348"/>
    <p:sldLayoutId xmlns:r="http://schemas.openxmlformats.org/officeDocument/2006/relationships" id="2147483654" r:id="R2794780e109141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21ddd9cc54b8c" /><Relationship Type="http://schemas.openxmlformats.org/officeDocument/2006/relationships/notesSlide" Target="/ppt/notesSlides/notesSlide1.xml" Id="R5f2f82507f0643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8bde1e1e04ac0" /><Relationship Type="http://schemas.openxmlformats.org/officeDocument/2006/relationships/notesSlide" Target="/ppt/notesSlides/notesSlide2.xml" Id="Rc2370153327544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26e38910e403b" /><Relationship Type="http://schemas.openxmlformats.org/officeDocument/2006/relationships/notesSlide" Target="/ppt/notesSlides/notesSlide3.xml" Id="R6962b0020e1741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d2150f3a343cd" /><Relationship Type="http://schemas.openxmlformats.org/officeDocument/2006/relationships/notesSlide" Target="/ppt/notesSlides/notesSlide4.xml" Id="R48126970f91a40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f595b57e24adf" /><Relationship Type="http://schemas.openxmlformats.org/officeDocument/2006/relationships/notesSlide" Target="/ppt/notesSlides/notesSlide5.xml" Id="R0bc2e260e1e747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2e0afc7124330" /><Relationship Type="http://schemas.openxmlformats.org/officeDocument/2006/relationships/notesSlide" Target="/ppt/notesSlides/notesSlide6.xml" Id="Raf3f1842a90d44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d41ea989641f5" /><Relationship Type="http://schemas.openxmlformats.org/officeDocument/2006/relationships/notesSlide" Target="/ppt/notesSlides/notesSlide7.xml" Id="R07091a0829714b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1531c4d054d7d" /><Relationship Type="http://schemas.openxmlformats.org/officeDocument/2006/relationships/notesSlide" Target="/ppt/notesSlides/notesSlide8.xml" Id="Rbd16e936da074d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0199bd1cc14d40" /><Relationship Type="http://schemas.openxmlformats.org/officeDocument/2006/relationships/notesSlide" Target="/ppt/notesSlides/notesSlide9.xml" Id="Rdbf02a0165a044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6e1d3302e4634" /><Relationship Type="http://schemas.openxmlformats.org/officeDocument/2006/relationships/chart" Target="/ppt/slides/charts/chart1.xml" Id="R2d001271e1524f5f" /><Relationship Type="http://schemas.openxmlformats.org/officeDocument/2006/relationships/notesSlide" Target="/ppt/notesSlides/notesSlide10.xml" Id="Rf1fe7d72087f40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93fb8238f42aa" /><Relationship Type="http://schemas.openxmlformats.org/officeDocument/2006/relationships/notesSlide" Target="/ppt/notesSlides/notesSlide11.xml" Id="Rddaca590ca504c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db91b0c584021" /><Relationship Type="http://schemas.openxmlformats.org/officeDocument/2006/relationships/chart" Target="/ppt/slides/charts/chart2.xml" Id="R774279e442e545db" /><Relationship Type="http://schemas.openxmlformats.org/officeDocument/2006/relationships/notesSlide" Target="/ppt/notesSlides/notesSlide12.xml" Id="Rfe131091571f4c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c9698aec44d87" /><Relationship Type="http://schemas.openxmlformats.org/officeDocument/2006/relationships/notesSlide" Target="/ppt/notesSlides/notesSlide13.xml" Id="R84f48e1ba0f348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36f521bf1451a" /><Relationship Type="http://schemas.openxmlformats.org/officeDocument/2006/relationships/notesSlide" Target="/ppt/notesSlides/notesSlide14.xml" Id="R5ee68f758f984a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cdc94c81940e4" /><Relationship Type="http://schemas.openxmlformats.org/officeDocument/2006/relationships/notesSlide" Target="/ppt/notesSlides/notesSlide15.xml" Id="Rf660b823cec14dd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Selecciones confirmadas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Literatura 10 · ACT-01</c:v>
                </c:pt>
                <c:pt idx="1">
                  <c:v>Emprendimientos 7 · ACT-01</c:v>
                </c:pt>
                <c:pt idx="2">
                  <c:v>Emprendimientos 11 · ACT-01</c:v>
                </c:pt>
                <c:pt idx="3">
                  <c:v>Desarrollo web 8 · ACT-01</c:v>
                </c:pt>
                <c:pt idx="4">
                  <c:v>Desarrollo web 4 · ACT-01</c:v>
                </c:pt>
                <c:pt idx="5">
                  <c:v>Desarrollo web 12 · ACT-01</c:v>
                </c:pt>
                <c:pt idx="6">
                  <c:v>Emprendimientos 3 · ACT-01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Importe bruto</c:v>
          </c:tx>
          <c:spPr>
            <a:solidFill xmlns:a="http://schemas.openxmlformats.org/drawingml/2006/main">
              <a:srgbClr val="087F8C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Ago 2026</c:v>
                </c:pt>
                <c:pt idx="1">
                  <c:v>Sep 2026</c:v>
                </c:pt>
                <c:pt idx="2">
                  <c:v>Oct 2026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234000</c:v>
                </c:pt>
                <c:pt idx="1">
                  <c:v>0</c:v>
                </c:pt>
                <c:pt idx="2">
                  <c:v>555000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98A2E-12F0-423C-9735-0549D186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PROYECTO INTEGRADOR · 29 DE OCTUBRE DE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0CAFE-7841-4B1D-B1B2-641E2256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de eventos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inscripciones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A2AAB-DBBF-4184-817E-145AF94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B1C7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D0FCC-1FA0-4D8E-9D9E-C7B54E3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9C146-921C-43CC-BE71-50D534E3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C5D3E2"/>
                </a:solidFill>
                <a:latin typeface="Arial"/>
                <a:ea typeface="Arial"/>
                <a:cs typeface="Arial"/>
              </a:rPr>
              <a:t>Un modelo documental para</a:t>
            </a:r>
          </a:p>
          <a:p xmlns:a="http://schemas.openxmlformats.org/drawingml/2006/main">
            <a:pPr>
              <a:defRPr sz="2550" b="0">
                <a:solidFill>
                  <a:srgbClr val="C5D3E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C5D3E2"/>
                </a:solidFill>
                <a:latin typeface="Arial"/>
                <a:ea typeface="Arial"/>
                <a:cs typeface="Arial"/>
              </a:rPr>
              <a:t>operar y analizar eventos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05F52-0B79-4515-9D65-12215893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EAD4"/>
                </a:solidFill>
                <a:latin typeface="Arial"/>
                <a:ea typeface="Arial"/>
                <a:cs typeface="Arial"/>
              </a:rPr>
              <a:t>MongoDB  /  FastAPI  /  Docker  /  Python</a:t>
            </a:r>
          </a:p>
        </p:txBody>
      </p:sp>
    </p:spTree>
    <p:extLst>
      <p:ext uri="{BB962C8B-B14F-4D97-AF65-F5344CB8AC3E}">
        <p14:creationId xmlns:p14="http://schemas.microsoft.com/office/powerpoint/2010/main" val="699441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F12B0-14D5-48EB-824D-12C84102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 /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0EA17-CDED-420C-9103-AB77F474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El problema operativo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7E348-C929-49ED-9AA8-1822541C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EBEA4-6EF5-4EA5-B832-F84ED867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0F199-7553-4EB1-9D64-C7C1D8B6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6000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Un evento reúne</a:t>
            </a:r>
          </a:p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información diversa.</a:t>
            </a:r>
          </a:p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El cupo debe ser</a:t>
            </a:r>
          </a:p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consistente.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2CBBD-FD5C-46B2-83B4-5A74D939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4286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01   Sede y cronograma heterogéneo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02   Inscripciones y cancelaciones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03   Demanda, ocupación e importes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9EEB5-1E15-46B0-B896-4EC2FE91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Datos ficticios; alcance académico con operaciones y análisis verificables.</a:t>
            </a:r>
          </a:p>
        </p:txBody>
      </p:sp>
    </p:spTree>
    <p:extLst>
      <p:ext uri="{BB962C8B-B14F-4D97-AF65-F5344CB8AC3E}">
        <p14:creationId xmlns:p14="http://schemas.microsoft.com/office/powerpoint/2010/main" val="1178010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F7F2C-DF1F-42CC-A9BC-5C497887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 / DISEÑO DOCUMENTAL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D4AF9-0A49-4787-B1E2-BEF849F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Dos colecciones, un modelo mixto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E8AF0-5531-4ED7-9BFF-37C860D4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44F7D-C5D8-465F-9279-972E8369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25F28-0ADE-4FCC-9771-5CD820D0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7625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13E6-D89C-4624-BED4-9858DF43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93C12-8321-4D67-B94F-247492C2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3434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_id · título · fechas · cupos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sede { … }</a:t>
            </a:r>
          </a:p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actividades [ … ]</a:t>
            </a:r>
          </a:p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conocimientos_requeridos [ …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0B7B3-BCED-4052-829E-1D6449C5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AA609-3289-47D3-86FC-1C6A1129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inscripciones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F83D8-493A-4E32-841D-8396F057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33700"/>
            <a:ext cx="43434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evento_id → eventos._id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usuario { dni, conocimientos, … }</a:t>
            </a:r>
          </a:p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evento_resumen { … }</a:t>
            </a:r>
          </a:p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estado · importe · selecciones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61B08-CE56-4FE0-8D3E-81366EB6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06CB3-FC47-4811-831A-BF1F3726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81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Embebidos para lectura conjunta; referencia para inscripciones independientes.</a:t>
            </a:r>
          </a:p>
        </p:txBody>
      </p:sp>
    </p:spTree>
    <p:extLst>
      <p:ext uri="{BB962C8B-B14F-4D97-AF65-F5344CB8AC3E}">
        <p14:creationId xmlns:p14="http://schemas.microsoft.com/office/powerpoint/2010/main" val="258522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5AE3F-6B11-4B05-B6E7-462E4C7A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 / REGLAS DE NEGOCIO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4A24F-938F-4CD2-922C-7EE6EC4A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Quién puede inscribirse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A74CF-1BE3-4711-8BC5-A9D30C70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F2C89-FADD-40CC-9FB8-31027DA1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5E152-7A0B-4894-8AB7-22B54A05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TODOS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B6951-A073-47E3-A64D-FB8C8515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los conocimientos requeridos</a:t>
            </a:r>
          </a:p>
          <a:p xmlns:a="http://schemas.openxmlformats.org/drawingml/2006/main">
            <a:pPr>
              <a:defRPr sz="24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deben estar presentes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51F89-1C6C-40EF-BACA-BB50596B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Evento publicado y futuro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Vacantes disponibles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Actividades válidas y pago si corresponde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Un solo DNI por evento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B36D7-BF70-4CFF-BC06-A2C69B61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Sin requisitos: cualquier conjunto de conocimientos cumple esta regla.</a:t>
            </a:r>
          </a:p>
        </p:txBody>
      </p:sp>
    </p:spTree>
    <p:extLst>
      <p:ext uri="{BB962C8B-B14F-4D97-AF65-F5344CB8AC3E}">
        <p14:creationId xmlns:p14="http://schemas.microsoft.com/office/powerpoint/2010/main" val="1711422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0DE5E-0C30-43E0-92E3-67D1A876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 / CONSISTENCIA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60406-81DC-4510-A042-FAA8C428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Una transacción protege el cupo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B15B5-99EE-4A02-8F0A-FA3A84A9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359BD-56AF-48FB-93C3-BACCEA64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AD44B-38D7-4480-9B0E-EA0A5222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190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AC55F-7942-4F04-A077-56FAEBA9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771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  Reservar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57846-C06B-47BE-9711-108FD545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771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Filtrar evento válido</a:t>
            </a:r>
          </a:p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y descontar una vacante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E188D-A0A2-44CD-8020-58DB9739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3190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10BE9-6A05-4BBC-8396-35A8D470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771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  Validar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0FFF6-B936-4415-A3CC-52486F66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24200"/>
            <a:ext cx="2771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Conocimientos, actividades,</a:t>
            </a:r>
          </a:p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DNI e importe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5C2FE-05D7-4155-A9F3-E661E0A3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190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9945B-0E03-4C9D-A5A0-EB839ADE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2771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  Confirmar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F652D-DD5F-4188-87FE-6A95DA43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24200"/>
            <a:ext cx="2771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Insertar inscripción</a:t>
            </a:r>
          </a:p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con la misma sesión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8EC42-592C-4058-A473-20A81D19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5275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3DBFD-EFF8-42B9-B706-2E26E22F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5275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EAB68-3863-4662-9599-6BE0A539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Si algo falla, se aborta todo.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D59FD-CEE3-4539-A6FF-4D3AE81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Cancelar dos veces no devuelve dos vacantes.</a:t>
            </a:r>
          </a:p>
        </p:txBody>
      </p:sp>
    </p:spTree>
    <p:extLst>
      <p:ext uri="{BB962C8B-B14F-4D97-AF65-F5344CB8AC3E}">
        <p14:creationId xmlns:p14="http://schemas.microsoft.com/office/powerpoint/2010/main" val="1369281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ED128-01D7-437B-BD8C-AE76425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 / API Y REPOSITORIOS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57076-7D5B-4B8D-A655-7EE031F3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Responsabilidades separadas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A362B-8BD0-426E-9850-0292F2B4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43E71-3210-406D-B49C-E7B0F574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E5867-ADC3-4E70-AFC7-B4B40CCF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0564B-F5E2-4F2D-9CEC-FCEBC095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Solicitudes y</a:t>
            </a:r>
          </a:p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respuestas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49C21-C490-4C41-804A-156001EA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670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3427E-F182-48E9-A205-6305534F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812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SERVICIOS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44E82-E4C8-4D84-8C0F-1AC77A43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95625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Reglas y</a:t>
            </a:r>
          </a:p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transacciones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18115-BBA5-4071-AFB3-9F21403A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B9A62-18CC-4B40-98CF-D68619A0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REPOSITORIOS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97CD0-56E1-45B2-A1ED-B66D86F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95625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Consultas y</a:t>
            </a:r>
          </a:p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escrituras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A3B89-959F-4E4A-AA80-E6837064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670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EE10B-DC78-4C2C-95E6-5E3B06FB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12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325F1-7F48-479C-ACD7-6FD80CBB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95625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Persistencia</a:t>
            </a:r>
          </a:p>
          <a:p xmlns:a="http://schemas.openxmlformats.org/drawingml/2006/main">
            <a:pPr>
              <a:defRPr sz="20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documental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0FD14-1F9E-4180-82AA-46CED7CE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201 crear   ·   204 eliminar   ·   404 inexistente   ·   409 conflicto   ·   422 inválido</a:t>
            </a:r>
          </a:p>
        </p:txBody>
      </p:sp>
    </p:spTree>
    <p:extLst>
      <p:ext uri="{BB962C8B-B14F-4D97-AF65-F5344CB8AC3E}">
        <p14:creationId xmlns:p14="http://schemas.microsoft.com/office/powerpoint/2010/main" val="1205656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52B59-E080-4B63-908E-360D55AF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06 /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A2A11-1F4E-42D5-9FAF-292E486B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Carga reproducible y consultas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2EFC9-B92E-4100-974D-E33990A7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CC665-092F-4CC6-A828-E660847D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4AC49-6B26-4DD0-B245-AA24C221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1E11A-300F-48DB-86AB-309197DA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3A3FA-6006-4E64-8E24-52EFA874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48EC7-D2D3-4529-A979-B0DAFF61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57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inscripciones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ECD47-7D47-418D-AD06-5DF04CCC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4E16D-2886-4BD4-9956-8BA057BC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57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consultas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1549D-5CB9-454F-B102-C09BD65B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Estados variados · Entradas gratuitas y pagas · Un evento completo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2985D-4B5A-4151-B291-3F4C80E1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La inserción es transaccional; el drop previo requiere backup y no se revierte.</a:t>
            </a:r>
          </a:p>
        </p:txBody>
      </p:sp>
    </p:spTree>
    <p:extLst>
      <p:ext uri="{BB962C8B-B14F-4D97-AF65-F5344CB8AC3E}">
        <p14:creationId xmlns:p14="http://schemas.microsoft.com/office/powerpoint/2010/main" val="6191501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55FD2-84EF-4108-8C8A-3555ED40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 / ÍNDICES Y PLANES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9206E-613B-4401-8ABA-050C81B9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Menos documentos examinados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17525-C5CA-4006-9A5B-1C619D08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F76DD-D3E1-4707-9132-FC72D53C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C3FF7-4A5F-4015-B464-C5146E6EAD92}"/>
              </a:ext>
            </a:extLst>
          </p:cNvPr>
          <p:cNvGraphicFramePr/>
          <p:nvPr/>
        </p:nvGraphicFramePr>
        <p:xfrm>
          <a:off xmlns:a="http://schemas.openxmlformats.org/drawingml/2006/main" x="647700" y="21431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  <a:gridCol w="1809750"/>
                <a:gridCol w="2038350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Índice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0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 índice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0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 índice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0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0283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Estado + ciudad + fecha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Evento + DNI único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Conocimientos multikey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8C411-510B-4464-B4C6-BC15FB3A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896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COLLSCAN → IXSCAN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D6109-0BB8-4152-9DA4-B6FD5F00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Planes forzados con hint; no se midió mejora de tiempo.</a:t>
            </a:r>
          </a:p>
        </p:txBody>
      </p:sp>
    </p:spTree>
    <p:extLst>
      <p:ext uri="{BB962C8B-B14F-4D97-AF65-F5344CB8AC3E}">
        <p14:creationId xmlns:p14="http://schemas.microsoft.com/office/powerpoint/2010/main" val="309586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775A7-B958-4304-92DC-1AC91401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08 / I1 · DEMANDA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91789-2A0A-40E6-9BE6-4CE55BAC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147 selecciones de actividades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623E4-34B6-428A-8152-2DB3CDE5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B1C7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4EF21-CDFF-4A50-B197-C903608B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09A7B-939E-4A27-8DE3-A12015CD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12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147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84981-F502-479D-A2EF-BB0FD89D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selecciones registradas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8194E-6027-4E4A-924D-59ADC81B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3905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FDCE9"/>
                </a:solidFill>
                <a:latin typeface="Arial"/>
                <a:ea typeface="Arial"/>
                <a:cs typeface="Arial"/>
              </a:rPr>
              <a:t>152   confirmadas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FDCE9"/>
                </a:solidFill>
                <a:latin typeface="Arial"/>
                <a:ea typeface="Arial"/>
                <a:cs typeface="Arial"/>
              </a:rPr>
              <a:t>52     sin actividad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FDCE9"/>
                </a:solidFill>
                <a:latin typeface="Arial"/>
                <a:ea typeface="Arial"/>
                <a:cs typeface="Arial"/>
              </a:rPr>
              <a:t>35     pares evento / actividad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F62F9-8A65-48E1-88B1-73550386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FDCE9"/>
                </a:solidFill>
                <a:latin typeface="Arial"/>
                <a:ea typeface="Arial"/>
                <a:cs typeface="Arial"/>
              </a:rPr>
              <a:t>Una inscripción puede elegir varias actividades: selecciones no equivale a asistentes.</a:t>
            </a:r>
          </a:p>
        </p:txBody>
      </p:sp>
    </p:spTree>
    <p:extLst>
      <p:ext uri="{BB962C8B-B14F-4D97-AF65-F5344CB8AC3E}">
        <p14:creationId xmlns:p14="http://schemas.microsoft.com/office/powerpoint/2010/main" val="14743326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CBDB0-43F4-4ACF-AC91-F79A9C1E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09 / I1 · SELECCIÓN DE 7 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BF6FA-2BBD-48C6-B4C0-6EB9EE4B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Actividades con mayor demanda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89604-A8FC-46DB-948E-03621A46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02C90-5223-4A58-A9B3-30EE5171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1207A-ACC3-4835-B4AD-53703528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A5632-68E4-47E4-820E-FF04AA8F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Emprendimientos 3</a:t>
            </a:r>
          </a:p>
          <a:p xmlns:a="http://schemas.openxmlformats.org/drawingml/2006/main">
            <a:pPr>
              <a:defRPr sz="18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ACT-01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272247E-BA2C-4D2D-99E3-5189BE47E056}"/>
              </a:ext>
            </a:extLst>
          </p:cNvPr>
          <p:cNvGraphicFramePr/>
          <p:nvPr/>
        </p:nvGraphicFramePr>
        <p:xfrm>
          <a:off xmlns:a="http://schemas.openxmlformats.org/drawingml/2006/main" x="3286125" y="2047875"/>
          <a:ext xmlns:a="http://schemas.openxmlformats.org/drawingml/2006/main" cx="82391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001271e1524f5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DDC40-5263-4241-9542-C50DC1F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Hay empates de 6. Los 35 pares completos están en el informe y el CSV.</a:t>
            </a:r>
          </a:p>
        </p:txBody>
      </p:sp>
    </p:spTree>
    <p:extLst>
      <p:ext uri="{BB962C8B-B14F-4D97-AF65-F5344CB8AC3E}">
        <p14:creationId xmlns:p14="http://schemas.microsoft.com/office/powerpoint/2010/main" val="10650298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5BB7E-973E-43EA-A0E1-A51C1C06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 / I2 · 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20429-33E2-44DD-8F6E-7B5E4147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Ocupación global y promedio simple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25531-2112-46BB-B173-CA9D349A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D6699-7E96-4E3D-8FF4-5A4794E6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14D94-E5C0-46E0-8AE4-3A376A35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581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20,97%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BBB69-AEBB-4F48-B165-A4E685C0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global ponderada por capacidad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8E2BD-5620-4F1D-B822-39DD7C4A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241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25,12%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30CA7-BD0D-4591-A283-D48C42C9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promedio simple por evento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D2518-AF74-4833-BF0A-84810128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143 confirmadas / 682 lugares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7ACE8-8789-4315-AD76-837EACD6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17 eventos incluidos · 5 excluidos · 539 vacantes</a:t>
            </a:r>
          </a:p>
        </p:txBody>
      </p:sp>
    </p:spTree>
    <p:extLst>
      <p:ext uri="{BB962C8B-B14F-4D97-AF65-F5344CB8AC3E}">
        <p14:creationId xmlns:p14="http://schemas.microsoft.com/office/powerpoint/2010/main" val="20580470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7A46E-2D67-4B71-BAD9-4106FCB9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11 / I3 · IMPORTES REGISTRADOS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0F41A-633E-4BB6-8B5F-2FED3738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Recaudación bruta mensual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078C8-FFF2-43DB-9712-9FA11EB5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1CCB8-CA88-4345-95EE-B986B8B8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B7CB62D-ED63-4142-8431-A98491AA74F6}"/>
              </a:ext>
            </a:extLst>
          </p:cNvPr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7620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4279e442e545d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A9890-FAF9-470C-AA79-DAA21C6E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288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789.000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2B238-7ADE-4260-AEBC-F09AB9B6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19500"/>
            <a:ext cx="276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bruto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49 canceladas</a:t>
            </a:r>
          </a:p>
          <a:p xmlns:a="http://schemas.openxmlformats.org/drawingml/2006/main">
            <a:pPr>
              <a:defRPr sz="2100" b="0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83F"/>
                </a:solidFill>
                <a:latin typeface="Arial"/>
                <a:ea typeface="Arial"/>
                <a:cs typeface="Arial"/>
              </a:rPr>
              <a:t>incluidas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3DB73-1A5B-42AF-BAC6-16DB5780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Por mes UTC de inscripción. Sin descontar devoluciones; no representa ingreso neto.</a:t>
            </a:r>
          </a:p>
        </p:txBody>
      </p:sp>
    </p:spTree>
    <p:extLst>
      <p:ext uri="{BB962C8B-B14F-4D97-AF65-F5344CB8AC3E}">
        <p14:creationId xmlns:p14="http://schemas.microsoft.com/office/powerpoint/2010/main" val="20951161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D2F98-FE31-4A5D-9521-3916BB8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12 / EJECUCIÓN Y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1DAF8-C869-410A-8AB3-21E6A70F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Integración verificada en Docker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E4893-C98C-48F2-A37A-CE21325B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B1C7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9A55D-EFBC-49B5-9D1C-61D2297F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86DA5-4894-44AA-BA5F-21020E3A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22 / 201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A3627-9EAF-46C1-AD96-3DFCB44F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eventos / inscripciones al cierre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40BFF-B29C-41CB-B6CA-D83CCCEB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peticiones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0FF9A-5D67-472B-8A49-21613B20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 controles de consistencia en cero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B3351-5741-45B2-9FAE-BBCC5D8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721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FDCE9"/>
                </a:solidFill>
                <a:latin typeface="Arial"/>
                <a:ea typeface="Arial"/>
                <a:cs typeface="Arial"/>
              </a:rPr>
              <a:t>Volumen persistente · API por mongo:27017 · Notebook: 6 celdas, 0 errores</a:t>
            </a:r>
          </a:p>
        </p:txBody>
      </p:sp>
    </p:spTree>
    <p:extLst>
      <p:ext uri="{BB962C8B-B14F-4D97-AF65-F5344CB8AC3E}">
        <p14:creationId xmlns:p14="http://schemas.microsoft.com/office/powerpoint/2010/main" val="14794247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FA090-7594-4146-8046-B78738B6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13 / SECUENCIA DE COMPROBACIÓN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1BBF4-1DB7-48B7-8EB7-89219D0D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Demo en vivo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21263-9F59-4A81-B844-38A35144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6FC3F-381A-4CF6-A9CC-31D4E69A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5B3BD-0FAF-458A-BD22-0C1D1F65F592}"/>
              </a:ext>
            </a:extLst>
          </p:cNvPr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8966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5095875"/>
                <a:gridCol w="484822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0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0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mostrar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0283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Consultar estado y filtrar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Conexión y catálogo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Rechazar conocimientos faltantes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409 y cupo sin cambios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Registrar una inscripción válida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201 y descuento de una vacante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Cancelar y repetir cancelación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83F"/>
                          </a:solidFill>
                          <a:latin typeface="Arial"/>
                          <a:ea typeface="Arial"/>
                          <a:cs typeface="Arial"/>
                        </a:rPr>
                        <a:t>200 y una sola restitución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43D01-914F-4E03-83F4-812505BB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Usar un evento nuevo y conservar el orden de las peticiones.</a:t>
            </a:r>
          </a:p>
        </p:txBody>
      </p:sp>
    </p:spTree>
    <p:extLst>
      <p:ext uri="{BB962C8B-B14F-4D97-AF65-F5344CB8AC3E}">
        <p14:creationId xmlns:p14="http://schemas.microsoft.com/office/powerpoint/2010/main" val="17799999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196B8-65B9-4337-900F-C7186447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14 /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8BC27-CF76-46F2-9D28-826D4228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Decisiones y límites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E7886-1CE2-4BB7-89E4-FD37FB2A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B1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B1C7"/>
                </a:solidFill>
                <a:latin typeface="Arial"/>
                <a:ea typeface="Arial"/>
                <a:cs typeface="Arial"/>
              </a:rPr>
              <a:t>GESTIÓN DE EVENTOS  /  BASE DE DATOS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3BBF6-C0AC-49B5-94C5-C7F70D2B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AA64B-0114-4D17-BB09-ED87FC95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 según acceso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 crecimiento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74DF1-5C5C-4C98-A3FB-F3BB90C4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Unicidad y transacciones</a:t>
            </a:r>
          </a:p>
          <a:p xmlns:a="http://schemas.openxmlformats.org/drawingml/2006/main">
            <a:pPr>
              <a:defRPr sz="33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para proteger cupos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C3AB4-7868-4835-B7BE-09B1BFF3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90750"/>
            <a:ext cx="2905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DCE9"/>
                </a:solidFill>
                <a:latin typeface="Arial"/>
                <a:ea typeface="Arial"/>
                <a:cs typeface="Arial"/>
              </a:rPr>
              <a:t>Datos ficticios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DCE9"/>
                </a:solidFill>
                <a:latin typeface="Arial"/>
                <a:ea typeface="Arial"/>
                <a:cs typeface="Arial"/>
              </a:rPr>
              <a:t>Sin pruebas de carga</a:t>
            </a:r>
          </a:p>
          <a:p xmlns:a="http://schemas.openxmlformats.org/drawingml/2006/main">
            <a: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DCE9"/>
                </a:solidFill>
                <a:latin typeface="Arial"/>
                <a:ea typeface="Arial"/>
                <a:cs typeface="Arial"/>
              </a:rPr>
              <a:t>concurrente o recuperación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DCE9"/>
                </a:solidFill>
                <a:latin typeface="Arial"/>
                <a:ea typeface="Arial"/>
                <a:cs typeface="Arial"/>
              </a:rPr>
              <a:t>Sin pagos reales</a:t>
            </a:r>
          </a:p>
          <a:p xmlns:a="http://schemas.openxmlformats.org/drawingml/2006/main">
            <a:pPr>
              <a:defRPr sz="1875" b="0">
                <a:solidFill>
                  <a:srgbClr val="CFDC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DCE9"/>
                </a:solidFill>
                <a:latin typeface="Arial"/>
                <a:ea typeface="Arial"/>
                <a:cs typeface="Arial"/>
              </a:rPr>
              <a:t>ni autenticación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327E5-A969-40E5-A06F-1451C627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Demanda, ocupación e importes describen dimensiones diferentes.</a:t>
            </a:r>
          </a:p>
        </p:txBody>
      </p:sp>
    </p:spTree>
    <p:extLst>
      <p:ext uri="{BB962C8B-B14F-4D97-AF65-F5344CB8AC3E}">
        <p14:creationId xmlns:p14="http://schemas.microsoft.com/office/powerpoint/2010/main" val="114458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2026-10-29T22:08:47.0730000Z</dcterms:created>
  <dcterms:modified xsi:type="dcterms:W3CDTF">2026-10-29T22:08:47.0730000Z</dcterms:modified>
</coreProperties>
</file>